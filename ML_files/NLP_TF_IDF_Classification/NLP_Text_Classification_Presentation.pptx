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NLP Text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A Comprehensive Guide with Case Studies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Course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Day 8: Natural Language Processing (NLP)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Track: Text Classification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Focus: Binary, Multi-Class, and Multi-Label Classification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Key Tools: Scikit-learn, NLTK, SpaCy, Hugging Face Transformers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Practical Implementation with Real-World Case Studies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Session 1: Text Vectorization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Converting Text to Numerical Format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TF-IDF (Term Frequency-Inverse Document Frequency): Measures word importance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Word2Vec: Creates dense vector representations capturing semantic meaning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CountVectorizer: Simple word frequency counts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Word Embeddings: Pre-trained models (GloVe, FastText)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Why Vectorization? Machine learning algorithms require numerical input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Session 2: Binary Text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Classifying Text into Two Categories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Classic Example: Spam vs. Non-Spam Email Detection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Other Applications: Sentiment Analysis (Positive/Negative)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Product Review Classification (Recommended/Not Recommended)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Algorithms: Logistic Regression, Naive Bayes, SVM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Key Challenge: Handling Imbalanced Datasets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Session 3: Multi-Class &amp; Multi-Label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Multi-Class Classification: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Assigning ONE category from multiple options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Example: News article categorization (Sports, Politics, Technology, Entertainment)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Multi-Label Classification: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Assigning MULTIPLE categories to same text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Example: Movie genres (Action, Comedy, Drama - can have multiple)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Algorithms: Random Forest, Neural Networks, One-vs-Rest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Session 4: Model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Confusion Matrix: Visual representation of model performance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Accuracy: (TP + TN) / Total - Overall correctness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Precision: TP / (TP + FP) - How many predicted positives are actually positive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Recall (Sensitivity): TP / (TP + FN) - How many actual positives were found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F1-Score: Harmonic mean of Precision and Recall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When to Use: Precision for minimizing false positives, Recall for minimizing false negatives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NLP Tools &amp; Libraries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Scikit-learn: Machine learning algorithms and preprocessing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NLTK: Natural language processing toolkit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SpaCy: Industrial-strength NLP with pre-trained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749039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Hugging Face Transformers: State-of-the-art transformer models (BERT, GPT)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Gensim: Topic modeling and word embeddings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XGBoost &amp; LightGBM: Gradient boosting for classification</a:t>
            </a:r>
          </a:p>
          <a:p>
            <a:pPr>
              <a:spcAft>
                <a:spcPts val="1000"/>
              </a:spcAft>
              <a:defRPr sz="1500">
                <a:solidFill>
                  <a:srgbClr val="1E2761"/>
                </a:solidFill>
              </a:defRPr>
            </a:pPr>
            <a:r>
              <a:t>• TensorFlow &amp; Keras: Deep learning frameworks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Case Study 1: Email Spam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Problem: Classify emails as Spam or Ham (Not Spam)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Dataset: SMS Spam Collection (5,574 messages)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Approach: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  - Text preprocessing (lowercase, remove punctuation)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  - TF-IDF Vectorization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  - Logistic Regression &amp; Naive Bayes models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Results: 98.5% accuracy with proper preprocessing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Key Insight: Feature engineering significantly improves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Case Study 2: News Article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Problem: Categorize news articles into multiple topics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Dataset: BBC News Articles (2,225 articles, 5 categories)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Categories: Business, Entertainment, Politics, Sport, Tech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Approach: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  - Word2Vec embeddings for semantic understanding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  - Random Forest and Neural Network comparison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Results: 97% accuracy with Neural Network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Key Insight: Word embeddings capture context better than TF-IDF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Implementation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E2761"/>
                </a:solidFill>
              </a:defRPr>
            </a:pPr>
            <a:r>
              <a:t>General pipeline for text classification tasks: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863840" cy="3840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7589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  <a:latin typeface="Consolas"/>
              </a:defRPr>
            </a:pPr>
            <a:r>
              <a:t># Step 1: Import libraries</a:t>
            </a:r>
          </a:p>
          <a:p>
            <a:r>
              <a:t>from sklearn.model_selection import train_test_split</a:t>
            </a:r>
          </a:p>
          <a:p>
            <a:r>
              <a:t>from sklearn.feature_extraction.text import TfidfVectorizer</a:t>
            </a:r>
          </a:p>
          <a:p>
            <a:r>
              <a:t>from sklearn.naive_bayes import MultinomialNB</a:t>
            </a:r>
          </a:p>
          <a:p>
            <a:r>
              <a:t>from sklearn.metrics import classification_report</a:t>
            </a:r>
          </a:p>
          <a:p/>
          <a:p>
            <a:r>
              <a:t># Step 2: Load and preprocess data</a:t>
            </a:r>
          </a:p>
          <a:p>
            <a:r>
              <a:t>X_train, X_test, y_train, y_test = train_test_split(</a:t>
            </a:r>
          </a:p>
          <a:p>
            <a:r>
              <a:t>    texts, labels, test_size=0.2, random_state=42</a:t>
            </a:r>
          </a:p>
          <a:p>
            <a:r>
              <a:t>)</a:t>
            </a:r>
          </a:p>
          <a:p/>
          <a:p>
            <a:r>
              <a:t># Step 3: Vectorize text</a:t>
            </a:r>
          </a:p>
          <a:p>
            <a:r>
              <a:t>vectorizer = TfidfVectorizer(max_features=5000)</a:t>
            </a:r>
          </a:p>
          <a:p>
            <a:r>
              <a:t>X_train_vec = vectorizer.fit_transform(X_train)</a:t>
            </a:r>
          </a:p>
          <a:p>
            <a:r>
              <a:t>X_test_vec = vectorizer.transform(X_test)</a:t>
            </a:r>
          </a:p>
          <a:p/>
          <a:p>
            <a:r>
              <a:t># Step 4: Train model</a:t>
            </a:r>
          </a:p>
          <a:p>
            <a:r>
              <a:t>model = MultinomialNB()</a:t>
            </a:r>
          </a:p>
          <a:p>
            <a:r>
              <a:t>model.fit(X_train_vec, y_train)</a:t>
            </a:r>
          </a:p>
          <a:p/>
          <a:p>
            <a:r>
              <a:t># Step 5: Evaluate</a:t>
            </a:r>
          </a:p>
          <a:p>
            <a:r>
              <a:t>predictions = model.predict(X_test_vec)</a:t>
            </a:r>
          </a:p>
          <a:p>
            <a:r>
              <a:t>print(classification_report(y_test, predictions))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Data Quality: Clean and balanced datasets produce better models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Preprocessing: Lowercase, remove stopwords, lemmatization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Feature Selection: Use domain knowledge to select relevant features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Cross-Validation: Always validate on unseen data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Hyperparameter Tuning: Grid search for optimal parameters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Handle Imbalance: Use SMOTE, class weights, or stratified sampling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Monitor Overfitting: Compare training vs. validation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Text vectorization is crucial for converting text to numerical format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Binary classification is the foundation for more complex tasks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Multi-class assigns one label; multi-label assigns multiple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Confusion matrix provides detailed performance insights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Choice of algorithm depends on dataset size and complexity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Deep learning (Transformers) outperforms traditional methods on large datasets</a:t>
            </a:r>
          </a:p>
          <a:p>
            <a:pPr>
              <a:spcAft>
                <a:spcPts val="1200"/>
              </a:spcAft>
              <a:defRPr sz="1600">
                <a:solidFill>
                  <a:srgbClr val="1E2761"/>
                </a:solidFill>
              </a:defRPr>
            </a:pPr>
            <a:r>
              <a:t>• Always evaluate with multiple metrics (accuracy, precision, recall, F1)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